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54866a7e52d4bba" /><Relationship Type="http://schemas.openxmlformats.org/officeDocument/2006/relationships/extended-properties" Target="/docProps/app.xml" Id="R803f62ceaa2149a2" /><Relationship Type="http://schemas.openxmlformats.org/officeDocument/2006/relationships/officeDocument" Target="/ppt/presentation.xml" Id="R51dae637c26e4b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c658ec5aaf4e65"/>
  </p:sldMasterIdLst>
  <p:notesMasterIdLst>
    <p:notesMasterId xmlns:r="http://schemas.openxmlformats.org/officeDocument/2006/relationships" r:id="Ra939eb3ae6c74d9a"/>
  </p:notesMasterIdLst>
  <p:sldIdLst>
    <p:sldId xmlns:r="http://schemas.openxmlformats.org/officeDocument/2006/relationships" id="256" r:id="R92a0d14f1b4d4623"/>
    <p:sldId xmlns:r="http://schemas.openxmlformats.org/officeDocument/2006/relationships" id="257" r:id="R2b354aecff814b56"/>
    <p:sldId xmlns:r="http://schemas.openxmlformats.org/officeDocument/2006/relationships" id="258" r:id="Rcfff40dfee9e481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44362df2ca84050" /><Relationship Type="http://schemas.openxmlformats.org/officeDocument/2006/relationships/slideMaster" Target="/ppt/slideMasters/slideMaster1.xml" Id="Rcfc658ec5aaf4e65" /><Relationship Type="http://schemas.openxmlformats.org/officeDocument/2006/relationships/notesMaster" Target="/ppt/notesMasters/notesMaster1.xml" Id="Ra939eb3ae6c74d9a" /><Relationship Type="http://schemas.openxmlformats.org/officeDocument/2006/relationships/presProps" Target="/ppt/presProps.xml" Id="Rdf3a461379a04206" /><Relationship Type="http://schemas.openxmlformats.org/officeDocument/2006/relationships/tableStyles" Target="/ppt/tableStyles.xml" Id="R12f6fae8e9264374" /><Relationship Type="http://schemas.openxmlformats.org/officeDocument/2006/relationships/slide" Target="/ppt/slides/slide1.xml" Id="R92a0d14f1b4d4623" /><Relationship Type="http://schemas.openxmlformats.org/officeDocument/2006/relationships/slide" Target="/ppt/slides/slide2.xml" Id="R2b354aecff814b56" /><Relationship Type="http://schemas.openxmlformats.org/officeDocument/2006/relationships/slide" Target="/ppt/slides/slide3.xml" Id="Rcfff40dfee9e48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20b75ac0094f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af0f1219ab4815" /><Relationship Type="http://schemas.openxmlformats.org/officeDocument/2006/relationships/notesMaster" Target="/ppt/notesMasters/notesMaster1.xml" Id="R18a02e5de80c40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350fde1a6b49bf" /><Relationship Type="http://schemas.openxmlformats.org/officeDocument/2006/relationships/notesMaster" Target="/ppt/notesMasters/notesMaster1.xml" Id="R46fd843ff4ad4a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e37eb66054644f2" /><Relationship Type="http://schemas.openxmlformats.org/officeDocument/2006/relationships/notesMaster" Target="/ppt/notesMasters/notesMaster1.xml" Id="R8147359a568b45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展示重點：Mac 是另一台電腦，Windows 提供 Ollama API。client.py 先呼叫 GET /api/tags，再呼叫 POST /api/generate。跨機成功紀錄見 docs/verification.md，2026-10-08 13:35 CST。這一頁是流程圖，不代表當前 Windows 原生 All human check 已完成。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Mac 本次重跑：2026-10-08 14:39 CST，python3 -B client.py --timeout 120，GENERATED HTTP 200，非空回覆，exit code 0。圖像由本次真實 CLI 輸出紀錄以瀏覽器渲染並截圖，回覆文字只顯示節錄；不是 macOS Terminal 視窗的直接截圖。未追蹤 .env 指向非 loopback 端點；不要把未遮蔽的 .env 或私人 IP 放入投影片。歷史跨機成功紀錄見 docs/verification.md，2026-10-08 13:35 CST。Windows 截圖尚未取得。Windows Agent 接續時，請從 Windows 原生 PowerShell 取得 hostname、ollama list 與 Invoke-RestMethod http://127.0.0.1:11434/api/tags 的真實畫面，並核對 Mac .env 指向該 Windows 私網端點。先在圖片副本中永久遮蔽 IP、憑證與任何敏感資訊，只把遮蔽副本插入簡報。以相同 &lt;WINDOWS_IP&gt; 標籤對應兩端；不要用 PowerPoint 圖形蓋住原圖。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展示前確認：Windows Ollama 在私人網路可供 Mac 存取；模型 tinyllama:latest 存在；Mac 與 Windows 在預期網路上；Mac 未追蹤 .env 仍指向正確 Windows 私人端點。現場執行 python3 -B client.py --timeout 120。只在輸出 GENERATED HTTP 200、非空回覆且 exit code 0 時宣稱本次成功。TRANSPORT_ERROR、INVALID_RESPONSE 或非零 exit code 不算成功。若現場失敗，展示已取得且有日期的真實成功截圖，明確區分歷史成功與本次失敗。若截圖仍未補齊，這份簡報不能作為客戶用的完整證據。Windows native .\scripts\windows-local.ps1 -Action All human check 仍待完成，與跨機展示分開。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ef43e193bd47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1ba35ba57f4cc7" /><Relationship Type="http://schemas.openxmlformats.org/officeDocument/2006/relationships/slideLayout" Target="/ppt/slideLayouts/slideLayout1.xml" Id="R41bd058c02a048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1bd058c02a048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9562d5a1a4d1a" /><Relationship Type="http://schemas.openxmlformats.org/officeDocument/2006/relationships/notesSlide" Target="/ppt/notesSlides/notesSlide1.xml" Id="Rc932426270fc49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4b270242de4361" /><Relationship Type="http://schemas.openxmlformats.org/officeDocument/2006/relationships/image" Target="/ppt/media/image.png" Id="Rf3c9a9bf295a4371" /><Relationship Type="http://schemas.openxmlformats.org/officeDocument/2006/relationships/image" Target="/ppt/media/image2.png" Id="R51ca3ce79820445e" /><Relationship Type="http://schemas.openxmlformats.org/officeDocument/2006/relationships/notesSlide" Target="/ppt/notesSlides/notesSlide2.xml" Id="R1be8884ba281451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8c06c512d54d01" /><Relationship Type="http://schemas.openxmlformats.org/officeDocument/2006/relationships/notesSlide" Target="/ppt/notesSlides/notesSlide3.xml" Id="R0b1a9e4abaa140c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EB4F3B-6FA3-4CD9-9374-8E125978A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73047"/>
                </a:solidFill>
                <a:latin typeface="STHeiti"/>
                <a:ea typeface="STHeiti"/>
                <a:cs typeface="STHeiti"/>
              </a:defRPr>
            </a:pPr>
            <a:r>
              <a:rPr sz="3150" b="1">
                <a:solidFill>
                  <a:srgbClr val="173047"/>
                </a:solidFill>
                <a:latin typeface="STHeiti"/>
                <a:ea typeface="STHeiti"/>
                <a:cs typeface="STHeiti"/>
              </a:rPr>
              <a:t>Mac 呼叫 Windows Ollama 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3B3324-B306-4EC1-8B71-D5A8E029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FDDE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355BFA-3043-4BFA-BE2D-3A17D2C0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504825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26576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526576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8CE8F6-CE06-4329-B063-881C8D3D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26576"/>
                </a:solidFill>
                <a:latin typeface="STHeiti"/>
                <a:ea typeface="STHeiti"/>
                <a:cs typeface="STHeiti"/>
              </a:defRPr>
            </a:pPr>
            <a:r>
              <a:rPr sz="1875" b="0">
                <a:solidFill>
                  <a:srgbClr val="526576"/>
                </a:solidFill>
                <a:latin typeface="STHeiti"/>
                <a:ea typeface="STHeiti"/>
                <a:cs typeface="STHeiti"/>
              </a:rPr>
              <a:t>客戶詢問時，從另一台電腦送出請求並展示回覆。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4F220F-AC61-4206-AD94-9F28CF9A6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34290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3F2"/>
          </a:solidFill>
          <a:ln xmlns:a="http://schemas.openxmlformats.org/drawingml/2006/main" w="19050">
            <a:solidFill>
              <a:srgbClr val="007F8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CFFCD1-C7E6-4FE4-83B6-A8A49E460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76500"/>
            <a:ext cx="34290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7F8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4E7C7D-12C5-4EB7-9B08-CA4A8E1C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24150"/>
            <a:ext cx="276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73047"/>
                </a:solidFill>
                <a:latin typeface="STHeiti"/>
                <a:ea typeface="STHeiti"/>
                <a:cs typeface="STHeiti"/>
              </a:defRPr>
            </a:pPr>
            <a:r>
              <a:rPr sz="2550" b="1">
                <a:solidFill>
                  <a:srgbClr val="173047"/>
                </a:solidFill>
                <a:latin typeface="STHeiti"/>
                <a:ea typeface="STHeiti"/>
                <a:cs typeface="STHeiti"/>
              </a:rPr>
              <a:t>Mac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A796C3-9A5A-4A50-AD06-3B696A20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0517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3047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173047"/>
                </a:solidFill>
                <a:latin typeface="Menlo"/>
                <a:ea typeface="Menlo"/>
                <a:cs typeface="Menlo"/>
              </a:rPr>
              <a:t>Python client.py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A62FF4-7C61-4225-9D69-289B3134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3857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576"/>
                </a:solidFill>
                <a:latin typeface="STHeiti"/>
                <a:ea typeface="STHeiti"/>
                <a:cs typeface="STHeiti"/>
              </a:defRPr>
            </a:pPr>
            <a:r>
              <a:rPr sz="1800" b="0">
                <a:solidFill>
                  <a:srgbClr val="526576"/>
                </a:solidFill>
                <a:latin typeface="STHeiti"/>
                <a:ea typeface="STHeiti"/>
                <a:cs typeface="STHeiti"/>
              </a:rPr>
              <a:t>發出 API 請求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AF9EC-7B6B-4B30-A991-912504269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24150"/>
            <a:ext cx="276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73047"/>
                </a:solidFill>
                <a:latin typeface="STHeiti"/>
                <a:ea typeface="STHeiti"/>
                <a:cs typeface="STHeiti"/>
              </a:defRPr>
            </a:pPr>
            <a:r>
              <a:rPr sz="2550" b="1">
                <a:solidFill>
                  <a:srgbClr val="173047"/>
                </a:solidFill>
                <a:latin typeface="STHeiti"/>
                <a:ea typeface="STHeiti"/>
                <a:cs typeface="STHeiti"/>
              </a:rPr>
              <a:t>Windows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39B832-1517-44B8-8700-FBE5652A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0517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3047"/>
                </a:solidFill>
                <a:latin typeface="STHeiti"/>
                <a:ea typeface="STHeiti"/>
                <a:cs typeface="STHeiti"/>
              </a:defRPr>
            </a:pPr>
            <a:r>
              <a:rPr sz="1875" b="0">
                <a:solidFill>
                  <a:srgbClr val="173047"/>
                </a:solidFill>
                <a:latin typeface="STHeiti"/>
                <a:ea typeface="STHeiti"/>
                <a:cs typeface="STHeiti"/>
              </a:rPr>
              <a:t>Ollama 服務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C14394-350B-4A8D-AC20-DB37DBF9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3857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76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526576"/>
                </a:solidFill>
                <a:latin typeface="Menlo"/>
                <a:ea typeface="Menlo"/>
                <a:cs typeface="Menlo"/>
              </a:rPr>
              <a:t>tinyllama:latest</a:t>
            </a:r>
          </a:p>
        </p:txBody>
      </p:sp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E57966-229C-4227-A03E-6217582B1DEC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343400" y="3548063"/>
            <a:ext cx="35052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7F86"/>
            </a:solidFill>
            <a:prstDash val="solid"/>
            <a:tailEnd type="triangle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FB2616-E2A8-42EC-B981-71F1F9FA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28900"/>
            <a:ext cx="276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7F86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007F86"/>
                </a:solidFill>
                <a:latin typeface="Menlo"/>
                <a:ea typeface="Menlo"/>
                <a:cs typeface="Menlo"/>
              </a:rPr>
              <a:t>GET /api/tags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DE533E-9DA3-4887-9A39-A360CEAE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38600"/>
            <a:ext cx="295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7F86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007F86"/>
                </a:solidFill>
                <a:latin typeface="Menlo"/>
                <a:ea typeface="Menlo"/>
                <a:cs typeface="Menlo"/>
              </a:rPr>
              <a:t>POST /api/generate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104CE7-D9E8-4E3E-BA31-142D58C7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5286375"/>
            <a:ext cx="1019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047"/>
                </a:solidFill>
                <a:latin typeface="STHeiti"/>
                <a:ea typeface="STHeiti"/>
                <a:cs typeface="STHeiti"/>
              </a:defRPr>
            </a:pPr>
            <a:r>
              <a:rPr sz="2025" b="0">
                <a:solidFill>
                  <a:srgbClr val="173047"/>
                </a:solidFill>
                <a:latin typeface="STHeiti"/>
                <a:ea typeface="STHeiti"/>
                <a:cs typeface="STHeiti"/>
              </a:rPr>
              <a:t>Windows 回傳模型生成文字；Mac 終端顯示結果。</a:t>
            </a:r>
          </a:p>
        </p:txBody>
      </p:sp>
    </p:spTree>
    <p:extLst>
      <p:ext uri="{BB962C8B-B14F-4D97-AF65-F5344CB8AC3E}">
        <p14:creationId xmlns:p14="http://schemas.microsoft.com/office/powerpoint/2010/main" val="11215766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8D7497-D78A-4AC6-AD00-6B7E70A1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73047"/>
                </a:solidFill>
                <a:latin typeface="STHeiti"/>
                <a:ea typeface="STHeiti"/>
                <a:cs typeface="STHeiti"/>
              </a:defRPr>
            </a:pPr>
            <a:r>
              <a:rPr sz="3150" b="1">
                <a:solidFill>
                  <a:srgbClr val="173047"/>
                </a:solidFill>
                <a:latin typeface="STHeiti"/>
                <a:ea typeface="STHeiti"/>
                <a:cs typeface="STHeiti"/>
              </a:rPr>
              <a:t>跨機實測證據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23E2FC-54F6-4247-B04C-CA1340F82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FDDE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A1AFBD-600F-47D2-AB28-7D216F34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504825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26576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526576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5413B3-224E-4658-A107-93D96402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73047"/>
                </a:solidFill>
                <a:latin typeface="STHeiti"/>
                <a:ea typeface="STHeiti"/>
                <a:cs typeface="STHeiti"/>
              </a:defRPr>
            </a:pPr>
            <a:r>
              <a:rPr sz="2100" b="1">
                <a:solidFill>
                  <a:srgbClr val="173047"/>
                </a:solidFill>
                <a:latin typeface="STHeiti"/>
                <a:ea typeface="STHeiti"/>
                <a:cs typeface="STHeiti"/>
              </a:rPr>
              <a:t>Mac 端已記錄實跑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99DE7C-E766-45A7-92C2-EB43B2D5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504950"/>
            <a:ext cx="485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73047"/>
                </a:solidFill>
                <a:latin typeface="STHeiti"/>
                <a:ea typeface="STHeiti"/>
                <a:cs typeface="STHeiti"/>
              </a:defRPr>
            </a:pPr>
            <a:r>
              <a:rPr sz="2100" b="1">
                <a:solidFill>
                  <a:srgbClr val="173047"/>
                </a:solidFill>
                <a:latin typeface="STHeiti"/>
                <a:ea typeface="STHeiti"/>
                <a:cs typeface="STHeiti"/>
              </a:rPr>
              <a:t>Windows 本機實跑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403052-68EF-4C2F-B4AC-68AD2CAE85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c9a9bf295a4371"/>
          <a:stretch xmlns:a="http://schemas.openxmlformats.org/drawingml/2006/main"/>
        </p:blipFill>
        <p:spPr>
          <a:xfrm xmlns:a="http://schemas.openxmlformats.org/drawingml/2006/main">
            <a:off x="666750" y="2040149"/>
            <a:ext cx="5219700" cy="3015827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E0FB39-A337-4223-A60F-E0E9C1B7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29225"/>
            <a:ext cx="5191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26576"/>
                </a:solidFill>
                <a:latin typeface="STHeiti"/>
                <a:ea typeface="STHeiti"/>
                <a:cs typeface="STHeiti"/>
              </a:defRPr>
            </a:pPr>
            <a:r>
              <a:rPr sz="1350" b="0">
                <a:solidFill>
                  <a:srgbClr val="526576"/>
                </a:solidFill>
                <a:latin typeface="STHeiti"/>
                <a:ea typeface="STHeiti"/>
                <a:cs typeface="STHeiti"/>
              </a:rPr>
              <a:t>2026-10-08 14:39 CST｜CLI 輸出呈現，回覆節錄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521A11-F56E-46B4-AFEB-C2266728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229225"/>
            <a:ext cx="49244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26576"/>
                </a:solidFill>
                <a:latin typeface="STHeiti"/>
                <a:ea typeface="STHeiti"/>
                <a:cs typeface="STHeiti"/>
              </a:defRPr>
            </a:pPr>
            <a:r>
              <a:rPr sz="1350" b="0">
                <a:solidFill>
                  <a:srgbClr val="526576"/>
                </a:solidFill>
                <a:latin typeface="STHeiti"/>
                <a:ea typeface="STHeiti"/>
                <a:cs typeface="STHeiti"/>
              </a:rPr>
              <a:t>2026-10-08 15:04 CST｜PowerShell 輸出呈現</a:t>
            </a:r>
          </a:p>
          <a:p xmlns:a="http://schemas.openxmlformats.org/drawingml/2006/main">
            <a:pPr>
              <a:buNone/>
              <a:defRPr sz="1350" b="0">
                <a:solidFill>
                  <a:srgbClr val="526576"/>
                </a:solidFill>
                <a:latin typeface="STHeiti"/>
                <a:ea typeface="STHeiti"/>
                <a:cs typeface="STHeiti"/>
              </a:defRPr>
            </a:pPr>
            <a:r>
              <a:rPr sz="1350" b="0">
                <a:solidFill>
                  <a:srgbClr val="526576"/>
                </a:solidFill>
                <a:latin typeface="STHeiti"/>
                <a:ea typeface="STHeiti"/>
                <a:cs typeface="STHeiti"/>
              </a:rPr>
              <a:t>使用者確認：兩端對應同一 Windows 主機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5F7FD1-05B1-48E6-96B5-269F8C75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8483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DD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1DAD6E-2ACD-48B6-89B5-51EDA60E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0275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65F13"/>
                </a:solidFill>
                <a:latin typeface="STHeiti"/>
                <a:ea typeface="STHeiti"/>
                <a:cs typeface="STHeiti"/>
              </a:defRPr>
            </a:pPr>
            <a:r>
              <a:rPr sz="1350" b="0">
                <a:solidFill>
                  <a:srgbClr val="A65F13"/>
                </a:solidFill>
                <a:latin typeface="STHeiti"/>
                <a:ea typeface="STHeiti"/>
                <a:cs typeface="STHeiti"/>
              </a:rPr>
              <a:t>兩圖皆為真實輸出呈現，非視窗直拍；本次 Mac 跨機排練待完成。</a:t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49F58E-86F2-4F63-B898-1D3A245681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a3ce79820445e"/>
          <a:stretch xmlns:a="http://schemas.openxmlformats.org/drawingml/2006/main"/>
        </p:blipFill>
        <p:spPr>
          <a:xfrm xmlns:a="http://schemas.openxmlformats.org/drawingml/2006/main">
            <a:off x="6572250" y="2067878"/>
            <a:ext cx="4933950" cy="296037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4448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E1418D-CBFF-44EC-B8DF-B08659B1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73047"/>
                </a:solidFill>
                <a:latin typeface="STHeiti"/>
                <a:ea typeface="STHeiti"/>
                <a:cs typeface="STHeiti"/>
              </a:defRPr>
            </a:pPr>
            <a:r>
              <a:rPr sz="3150" b="1">
                <a:solidFill>
                  <a:srgbClr val="173047"/>
                </a:solidFill>
                <a:latin typeface="STHeiti"/>
                <a:ea typeface="STHeiti"/>
                <a:cs typeface="STHeiti"/>
              </a:rPr>
              <a:t>現場展示步驟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DCBC5D-2F08-4293-9661-C22B836C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FDDE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1EA2BF-304D-4F79-A458-ADA5BB2FB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504825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26576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526576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4251D8-EE8D-4394-898B-9714E53A3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07F86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007F86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4EF7BF-6F29-46F3-92F3-94D431F9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71450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73047"/>
                </a:solidFill>
                <a:latin typeface="STHeiti"/>
                <a:ea typeface="STHeiti"/>
                <a:cs typeface="STHeiti"/>
              </a:defRPr>
            </a:pPr>
            <a:r>
              <a:rPr sz="2250" b="1">
                <a:solidFill>
                  <a:srgbClr val="173047"/>
                </a:solidFill>
                <a:latin typeface="STHeiti"/>
                <a:ea typeface="STHeiti"/>
                <a:cs typeface="STHeiti"/>
              </a:rPr>
              <a:t>確認 Windows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04AF7-B98E-426C-AF29-E2EC6439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43075"/>
            <a:ext cx="700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73047"/>
                </a:solidFill>
                <a:latin typeface="STHeiti"/>
                <a:ea typeface="STHeiti"/>
                <a:cs typeface="STHeiti"/>
              </a:defRPr>
            </a:pPr>
            <a:r>
              <a:rPr sz="1800" b="0">
                <a:solidFill>
                  <a:srgbClr val="173047"/>
                </a:solidFill>
                <a:latin typeface="STHeiti"/>
                <a:ea typeface="STHeiti"/>
                <a:cs typeface="STHeiti"/>
              </a:rPr>
              <a:t>Ollama 服務可用，模型清單包含 tinyllama:latest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AD24BA-EEF2-4B8A-8C96-38B6E3AF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57475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DD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89B310-5D3B-4B87-B144-1727349D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07F86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007F86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A14C32-E770-44AA-8A92-71F30632F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9146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73047"/>
                </a:solidFill>
                <a:latin typeface="STHeiti"/>
                <a:ea typeface="STHeiti"/>
                <a:cs typeface="STHeiti"/>
              </a:defRPr>
            </a:pPr>
            <a:r>
              <a:rPr sz="2250" b="1">
                <a:solidFill>
                  <a:srgbClr val="173047"/>
                </a:solidFill>
                <a:latin typeface="STHeiti"/>
                <a:ea typeface="STHeiti"/>
                <a:cs typeface="STHeiti"/>
              </a:rPr>
              <a:t>從 Mac 呼叫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812F4D-48EF-4388-BF57-B525C939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943225"/>
            <a:ext cx="700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73047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173047"/>
                </a:solidFill>
                <a:latin typeface="Menlo"/>
                <a:ea typeface="Menlo"/>
                <a:cs typeface="Menlo"/>
              </a:rPr>
              <a:t>python3 -B client.py --timeout 120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BC3DDD-62E9-42B0-830A-E0669CF8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DD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4DBB8F-5368-42EF-889E-B97D3239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07F86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007F86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A84C28-D09D-4C77-A60B-85BA874A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11480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73047"/>
                </a:solidFill>
                <a:latin typeface="STHeiti"/>
                <a:ea typeface="STHeiti"/>
                <a:cs typeface="STHeiti"/>
              </a:defRPr>
            </a:pPr>
            <a:r>
              <a:rPr sz="2250" b="1">
                <a:solidFill>
                  <a:srgbClr val="173047"/>
                </a:solidFill>
                <a:latin typeface="STHeiti"/>
                <a:ea typeface="STHeiti"/>
                <a:cs typeface="STHeiti"/>
              </a:rPr>
              <a:t>判讀結果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FAFDF4-C114-4047-AF48-15D8C6CC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43375"/>
            <a:ext cx="700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73047"/>
                </a:solidFill>
                <a:latin typeface="STHeiti"/>
                <a:ea typeface="STHeiti"/>
                <a:cs typeface="STHeiti"/>
              </a:defRPr>
            </a:pPr>
            <a:r>
              <a:rPr sz="1800" b="0">
                <a:solidFill>
                  <a:srgbClr val="173047"/>
                </a:solidFill>
                <a:latin typeface="STHeiti"/>
                <a:ea typeface="STHeiti"/>
                <a:cs typeface="STHeiti"/>
              </a:rPr>
              <a:t>GENERATED HTTP 200、非空回覆、exit code 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E0F9FF-44BE-4AF4-AFC7-1988D4E7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108394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0EF7E5-CECE-4042-B132-8E28992C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007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A65F13"/>
                </a:solidFill>
                <a:latin typeface="STHeiti"/>
                <a:ea typeface="STHeiti"/>
                <a:cs typeface="STHeiti"/>
              </a:defRPr>
            </a:pPr>
            <a:r>
              <a:rPr sz="1725" b="1">
                <a:solidFill>
                  <a:srgbClr val="A65F13"/>
                </a:solidFill>
                <a:latin typeface="STHeiti"/>
                <a:ea typeface="STHeiti"/>
                <a:cs typeface="STHeiti"/>
              </a:rPr>
              <a:t>若現場失敗：展示有日期的成功證據，並說明本次未成功。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EE7467-5412-4E95-9628-897FB715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1980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576"/>
                </a:solidFill>
                <a:latin typeface="STHeiti"/>
                <a:ea typeface="STHeiti"/>
                <a:cs typeface="STHeiti"/>
              </a:defRPr>
            </a:pPr>
            <a:r>
              <a:rPr sz="1275" b="0">
                <a:solidFill>
                  <a:srgbClr val="526576"/>
                </a:solidFill>
                <a:latin typeface="STHeiti"/>
                <a:ea typeface="STHeiti"/>
                <a:cs typeface="STHeiti"/>
              </a:rPr>
              <a:t>主機對應由使用者確認；客戶展示前仍需完成本次跨機排練。</a:t>
            </a:r>
          </a:p>
        </p:txBody>
      </p:sp>
    </p:spTree>
    <p:extLst>
      <p:ext uri="{BB962C8B-B14F-4D97-AF65-F5344CB8AC3E}">
        <p14:creationId xmlns:p14="http://schemas.microsoft.com/office/powerpoint/2010/main" val="1647086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2026-10-08T07:10:27.4060000Z</dcterms:created>
  <dcterms:modified xsi:type="dcterms:W3CDTF">2026-10-08T07:10:27.4060000Z</dcterms:modified>
</coreProperties>
</file>