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cd76e8a5e482e" /><Relationship Type="http://schemas.openxmlformats.org/officeDocument/2006/relationships/extended-properties" Target="/docProps/app.xml" Id="R9b33c029abc643f2" /><Relationship Type="http://schemas.openxmlformats.org/officeDocument/2006/relationships/officeDocument" Target="/ppt/presentation.xml" Id="Rebd6ecd2c688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e70f570be74ef6"/>
  </p:sldMasterIdLst>
  <p:notesMasterIdLst>
    <p:notesMasterId xmlns:r="http://schemas.openxmlformats.org/officeDocument/2006/relationships" r:id="Ra3e762d9cdd54a11"/>
  </p:notesMasterIdLst>
  <p:sldIdLst>
    <p:sldId xmlns:r="http://schemas.openxmlformats.org/officeDocument/2006/relationships" id="256" r:id="Rdf2c37bfe9d04e80"/>
    <p:sldId xmlns:r="http://schemas.openxmlformats.org/officeDocument/2006/relationships" id="257" r:id="Ra48aa4b270074466"/>
    <p:sldId xmlns:r="http://schemas.openxmlformats.org/officeDocument/2006/relationships" id="258" r:id="Rf15de854627e4e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d60673311493b" /><Relationship Type="http://schemas.openxmlformats.org/officeDocument/2006/relationships/slideMaster" Target="/ppt/slideMasters/slideMaster1.xml" Id="R0fe70f570be74ef6" /><Relationship Type="http://schemas.openxmlformats.org/officeDocument/2006/relationships/notesMaster" Target="/ppt/notesMasters/notesMaster1.xml" Id="Ra3e762d9cdd54a11" /><Relationship Type="http://schemas.openxmlformats.org/officeDocument/2006/relationships/presProps" Target="/ppt/presProps.xml" Id="Rf15f8e111fe2494b" /><Relationship Type="http://schemas.openxmlformats.org/officeDocument/2006/relationships/tableStyles" Target="/ppt/tableStyles.xml" Id="Rc6fd4453fa2a4eb5" /><Relationship Type="http://schemas.openxmlformats.org/officeDocument/2006/relationships/slide" Target="/ppt/slides/slide1.xml" Id="Rdf2c37bfe9d04e80" /><Relationship Type="http://schemas.openxmlformats.org/officeDocument/2006/relationships/slide" Target="/ppt/slides/slide2.xml" Id="Ra48aa4b270074466" /><Relationship Type="http://schemas.openxmlformats.org/officeDocument/2006/relationships/slide" Target="/ppt/slides/slide3.xml" Id="Rf15de854627e4e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6c1e7e8b7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71e9cebb14450" /><Relationship Type="http://schemas.openxmlformats.org/officeDocument/2006/relationships/notesMaster" Target="/ppt/notesMasters/notesMaster1.xml" Id="R37997e86905b48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ca2296256d47c5" /><Relationship Type="http://schemas.openxmlformats.org/officeDocument/2006/relationships/notesMaster" Target="/ppt/notesMasters/notesMaster1.xml" Id="R68faff41455f4a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552431052b4f56" /><Relationship Type="http://schemas.openxmlformats.org/officeDocument/2006/relationships/notesMaster" Target="/ppt/notesMasters/notesMaster1.xml" Id="R34aeec039d23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展示重點：Mac 是另一台電腦，Windows 提供 Ollama API。client.py 先呼叫 GET /api/tags，再呼叫 POST /api/generate。跨機成功紀錄見 docs/verification.md，2026-10-08 13:35 CST。這一頁是流程圖，不代表當前 Windows 原生 All human check 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 本次重跑：2026-10-08 14:39 CST，python3 -B client.py --timeout 120，GENERATED HTTP 200，非空回覆，exit code 0。圖像由本次真實 CLI 輸出紀錄以瀏覽器渲染並截圖，回覆文字只顯示節錄；不是 macOS Terminal 視窗的直接截圖。未追蹤 .env 指向非 loopback 端點；不要把未遮蔽的 .env 或私人 IP 放入投影片。歷史跨機成功紀錄見 docs/verification.md，2026-10-08 13:35 CST。Windows 截圖尚未取得。Windows Agent 接續時，請從 Windows 原生 PowerShell 取得 hostname、ollama list 與 Invoke-RestMethod http://127.0.0.1:11434/api/tags 的真實畫面，並核對 Mac .env 指向該 Windows 私網端點。先在圖片副本中永久遮蔽 IP、憑證與任何敏感資訊，只把遮蔽副本插入簡報。以相同 &lt;WINDOWS_IP&gt; 標籤對應兩端；不要用 PowerPoint 圖形蓋住原圖。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展示前確認：Windows Ollama 在私人網路可供 Mac 存取；模型 tinyllama:latest 存在；Mac 與 Windows 在預期網路上；Mac 未追蹤 .env 仍指向正確 Windows 私人端點。現場執行 python3 -B client.py --timeout 120。只在輸出 GENERATED HTTP 200、非空回覆且 exit code 0 時宣稱本次成功。TRANSPORT_ERROR、INVALID_RESPONSE 或非零 exit code 不算成功。若現場失敗，展示已取得且有日期的真實成功截圖，明確區分歷史成功與本次失敗。若截圖仍未補齊，這份簡報不能作為客戶用的完整證據。Windows native .\scripts\windows-local.ps1 -Action All human check 仍待完成，與跨機展示分開。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9d38a73c846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29910e01b4bbe" /><Relationship Type="http://schemas.openxmlformats.org/officeDocument/2006/relationships/slideLayout" Target="/ppt/slideLayouts/slideLayout1.xml" Id="Rcf0c7e4eb6c0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0c7e4eb6c0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125bd1388418b" /><Relationship Type="http://schemas.openxmlformats.org/officeDocument/2006/relationships/notesSlide" Target="/ppt/notesSlides/notesSlide1.xml" Id="R7fedb2873df6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1384cd03946cd" /><Relationship Type="http://schemas.openxmlformats.org/officeDocument/2006/relationships/image" Target="/ppt/media/image.png" Id="Rfb51ed8e0bce49fd" /><Relationship Type="http://schemas.openxmlformats.org/officeDocument/2006/relationships/notesSlide" Target="/ppt/notesSlides/notesSlide2.xml" Id="R625a182d4eed46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f1f1bedb64ee7" /><Relationship Type="http://schemas.openxmlformats.org/officeDocument/2006/relationships/notesSlide" Target="/ppt/notesSlides/notesSlide3.xml" Id="Rdd26f53953b0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4F3B-6FA3-4CD9-9374-8E125978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 呼叫 Windows Ollama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B3324-B306-4EC1-8B71-D5A8E02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55BFA-3043-4BFA-BE2D-3A17D2C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CE8F6-CE06-4329-B063-881C8D3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客戶詢問時，從另一台電腦送出請求並展示回覆。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220F-AC61-4206-AD94-9F28CF9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2"/>
          </a:solidFill>
          <a:ln xmlns:a="http://schemas.openxmlformats.org/drawingml/2006/main" w="19050">
            <a:solidFill>
              <a:srgbClr val="007F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FFCD1-C7E6-4FE4-83B6-A8A49E4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7C7D-12C5-4EB7-9B08-CA4A8E1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796C3-9A5A-4A50-AD06-3B696A2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047"/>
                </a:solidFill>
                <a:latin typeface="Menlo"/>
                <a:ea typeface="Menlo"/>
                <a:cs typeface="Menlo"/>
              </a:rPr>
              <a:t>Python client.py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2FF4-7C61-4225-9D69-289B313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385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發出 API 請求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F9EC-7B6B-4B30-A991-9125042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9B832-1517-44B8-8700-FBE565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Ollama 服務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14394-350B-4A8D-AC20-DB37DBF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385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tinyllama:latest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43400" y="3548063"/>
            <a:ext cx="3505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6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B2616-E2A8-42EC-B981-71F1F9F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GET /api/tags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E533E-9DA3-4887-9A39-A360CEA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POST /api/generate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04CE7-D9E8-4E3E-BA31-142D58C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863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025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 回傳模型生成文字；Mac 終端顯示結果。</a:t>
            </a:r>
          </a:p>
        </p:txBody>
      </p:sp>
    </p:spTree>
    <p:extLst>
      <p:ext uri="{BB962C8B-B14F-4D97-AF65-F5344CB8AC3E}">
        <p14:creationId xmlns:p14="http://schemas.microsoft.com/office/powerpoint/2010/main" val="1121576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D7497-D78A-4AC6-AD00-6B7E70A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跨機實測證據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3E2FC-54F6-4247-B04C-CA1340F8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1AFBD-600F-47D2-AB28-7D216F3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413B3-224E-4658-A107-93D96402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 端本次重跑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9DE7C-E766-45A7-92C2-EB43B2D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5049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 端畫面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1ed8e0bce49fd"/>
          <a:stretch xmlns:a="http://schemas.openxmlformats.org/drawingml/2006/main"/>
        </p:blipFill>
        <p:spPr>
          <a:xfrm xmlns:a="http://schemas.openxmlformats.org/drawingml/2006/main">
            <a:off x="666750" y="2040149"/>
            <a:ext cx="5219700" cy="3015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0FB39-A337-4223-A60F-E0E9C1B7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2026-10-08 CST｜實跑輸出擷取圖，回覆節錄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34E56-48AF-40FA-A4A3-E466FE5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933950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B5CE2-52FD-4779-AD02-CC0C13A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574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5F13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A65F13"/>
                </a:solidFill>
                <a:latin typeface="STHeiti"/>
                <a:ea typeface="STHeiti"/>
                <a:cs typeface="STHeiti"/>
              </a:rPr>
              <a:t>待補真實 Windows 截圖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883B1-00DE-4B85-A92E-0F10F7F5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528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6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hostname、ollama list、</a:t>
            </a:r>
          </a:p>
          <a:p xmlns:a="http://schemas.openxmlformats.org/drawingml/2006/main">
            <a:pPr>
              <a:defRPr sz="16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6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本機 /api/tags 回應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21A11-F56E-46B4-AFEB-C226672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29225"/>
            <a:ext cx="492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Windows Agent 補入後，核對兩端指向同一主機。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F7FD1-05B1-48E6-96B5-269F8C75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483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DAD6E-2ACD-48B6-89B5-51EDA60E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65F13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5F13"/>
                </a:solidFill>
                <a:latin typeface="STHeiti"/>
                <a:ea typeface="STHeiti"/>
                <a:cs typeface="STHeiti"/>
              </a:rPr>
              <a:t>Mac 圖是實跑輸出的擷取呈現；Windows 真實畫面仍待補。</a:t>
            </a:r>
          </a:p>
        </p:txBody>
      </p:sp>
    </p:spTree>
    <p:extLst>
      <p:ext uri="{BB962C8B-B14F-4D97-AF65-F5344CB8AC3E}">
        <p14:creationId xmlns:p14="http://schemas.microsoft.com/office/powerpoint/2010/main" val="1361444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1418D-CBFF-44EC-B8DF-B08659B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現場展示步驟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CBC5D-2F08-4293-9661-C22B836C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EA2BF-304D-4F79-A458-ADA5BB2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251D8-EE8D-4394-898B-9714E53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F7BF-6F29-46F3-92F3-94D431F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確認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04AF7-B98E-426C-AF29-E2EC6439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430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Ollama 服務可用，模型清單包含 tinyllama:latest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D24BA-EEF2-4B8A-8C96-38B6E3A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9B310-5D3B-4B87-B144-1727349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14C32-E770-44AA-8A92-71F30632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14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從 Mac 呼叫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12F4D-48EF-4388-BF57-B525C93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432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7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73047"/>
                </a:solidFill>
                <a:latin typeface="Menlo"/>
                <a:ea typeface="Menlo"/>
                <a:cs typeface="Menlo"/>
              </a:rPr>
              <a:t>python3 -B client.py --timeout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C3DDD-62E9-42B0-830A-E0669CF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DBB8F-5368-42EF-889E-B97D323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84C28-D09D-4C77-A60B-85BA874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判讀結果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AFDF4-C114-4047-AF48-15D8C6CC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GENERATED HTTP 200、非空回覆、exit code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0F9FF-44BE-4AF4-AFC7-1988D4E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39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EF7E5-CECE-4042-B132-8E28992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65F13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A65F13"/>
                </a:solidFill>
                <a:latin typeface="STHeiti"/>
                <a:ea typeface="STHeiti"/>
                <a:cs typeface="STHeiti"/>
              </a:rPr>
              <a:t>若現場失敗：展示有日期的成功證據，並說明本次未成功。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E7467-5412-4E95-9628-897FB71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客戶展示前：補齊兩端真實截圖，核對主機對應。</a:t>
            </a:r>
          </a:p>
        </p:txBody>
      </p:sp>
    </p:spTree>
    <p:extLst>
      <p:ext uri="{BB962C8B-B14F-4D97-AF65-F5344CB8AC3E}">
        <p14:creationId xmlns:p14="http://schemas.microsoft.com/office/powerpoint/2010/main" val="164708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2026-10-08T06:41:59.8770000Z</dcterms:created>
  <dcterms:modified xsi:type="dcterms:W3CDTF">2026-10-08T06:41:59.8770000Z</dcterms:modified>
</coreProperties>
</file>